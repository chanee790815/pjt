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2"/>
  </p:notesMasterIdLst>
  <p:handoutMasterIdLst>
    <p:handoutMasterId r:id="rId3"/>
  </p:handoutMasterIdLst>
  <p:sldSz cx="9906000" cy="6858000" type="A4"/>
  <p:notesSz cx="10234613" cy="710406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3" clrIdx="0">
    <p:extLst>
      <p:ext uri="{19B8F6BF-5375-455C-9EA6-DF929625EA0E}">
        <p15:presenceInfo xmlns:p15="http://schemas.microsoft.com/office/powerpoint/2012/main" userId="user" providerId="None"/>
      </p:ext>
    </p:extLst>
  </p:cmAuthor>
  <p:cmAuthor id="2" name="오도광" initials="오" lastIdx="2" clrIdx="1">
    <p:extLst>
      <p:ext uri="{19B8F6BF-5375-455C-9EA6-DF929625EA0E}">
        <p15:presenceInfo xmlns:p15="http://schemas.microsoft.com/office/powerpoint/2012/main" userId="S-1-5-21-3235394178-552432024-3891193636-613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2F5597"/>
    <a:srgbClr val="385823"/>
    <a:srgbClr val="C9CFD6"/>
    <a:srgbClr val="85BE00"/>
    <a:srgbClr val="F15E22"/>
    <a:srgbClr val="FFFFCC"/>
    <a:srgbClr val="FFA1A1"/>
    <a:srgbClr val="220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44" autoAdjust="0"/>
    <p:restoredTop sz="95990" autoAdjust="0"/>
  </p:normalViewPr>
  <p:slideViewPr>
    <p:cSldViewPr showGuides="1">
      <p:cViewPr varScale="1">
        <p:scale>
          <a:sx n="92" d="100"/>
          <a:sy n="92" d="100"/>
        </p:scale>
        <p:origin x="102" y="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94" d="100"/>
          <a:sy n="94" d="100"/>
        </p:scale>
        <p:origin x="168" y="78"/>
      </p:cViewPr>
      <p:guideLst>
        <p:guide orient="horz" pos="2238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handoutMaster" Target="handoutMasters/handoutMaster1.xml"/><Relationship Id="rId7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9" cy="356437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7" y="0"/>
            <a:ext cx="4434999" cy="356437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30947672-F62B-4F83-915C-47EE0B6F9CF8}" type="datetimeFigureOut">
              <a:rPr lang="ko-KR" altLang="en-US" smtClean="0"/>
              <a:pPr/>
              <a:t>2026-03-03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6747627"/>
            <a:ext cx="4434999" cy="35643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7" y="6747627"/>
            <a:ext cx="4434999" cy="35643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7B7507CA-3E02-48F3-95FF-64E09436882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54332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9" cy="355203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7" y="0"/>
            <a:ext cx="4434999" cy="355203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0C76093-A7DF-43D9-9C55-6E13277C7236}" type="datetimeFigureOut">
              <a:rPr lang="ko-KR" altLang="en-US"/>
              <a:pPr>
                <a:defRPr/>
              </a:pPr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92463" y="531813"/>
            <a:ext cx="3849687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374430"/>
            <a:ext cx="8187690" cy="3196829"/>
          </a:xfrm>
          <a:prstGeom prst="rect">
            <a:avLst/>
          </a:prstGeom>
        </p:spPr>
        <p:txBody>
          <a:bodyPr vert="horz" lIns="94787" tIns="47393" rIns="94787" bIns="47393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747627"/>
            <a:ext cx="4434999" cy="355203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7" y="6747627"/>
            <a:ext cx="4434999" cy="355203"/>
          </a:xfrm>
          <a:prstGeom prst="rect">
            <a:avLst/>
          </a:prstGeom>
        </p:spPr>
        <p:txBody>
          <a:bodyPr vert="horz" wrap="square" lIns="94787" tIns="47393" rIns="94787" bIns="4739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51814455-DAA8-4188-B3AB-A1028A67657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597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237" userDrawn="1">
          <p15:clr>
            <a:srgbClr val="F26B43"/>
          </p15:clr>
        </p15:guide>
        <p15:guide id="2" pos="3223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1379193" y="1608252"/>
            <a:ext cx="7240215" cy="50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0" indent="0">
              <a:buNone/>
              <a:defRPr lang="ko-KR" altLang="en-US" sz="3000" b="1" kern="1200" dirty="0" smtClean="0">
                <a:solidFill>
                  <a:srgbClr val="E65C1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lnSpc>
                <a:spcPts val="3200"/>
              </a:lnSpc>
              <a:spcBef>
                <a:spcPct val="0"/>
              </a:spcBef>
            </a:pPr>
            <a:r>
              <a:rPr lang="ko-KR" altLang="en-US" dirty="0"/>
              <a:t>제목입력</a:t>
            </a:r>
            <a:r>
              <a:rPr lang="en-US" altLang="ko-KR" dirty="0"/>
              <a:t>(</a:t>
            </a:r>
            <a:r>
              <a:rPr lang="ko-KR" altLang="en-US"/>
              <a:t>맑은 고딕</a:t>
            </a:r>
            <a:r>
              <a:rPr lang="en-US" altLang="ko-KR" dirty="0"/>
              <a:t>, 30, </a:t>
            </a:r>
            <a:r>
              <a:rPr lang="ko-KR" altLang="en-US"/>
              <a:t>굵게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1379193" y="2566666"/>
            <a:ext cx="72402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0" indent="0">
              <a:buNone/>
              <a:defRPr lang="ko-KR" altLang="en-US" sz="1600" b="1" kern="1200" dirty="0" smtClean="0">
                <a:solidFill>
                  <a:srgbClr val="E057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lnSpc>
                <a:spcPts val="3600"/>
              </a:lnSpc>
              <a:spcBef>
                <a:spcPct val="0"/>
              </a:spcBef>
            </a:pPr>
            <a:r>
              <a:rPr lang="en-US" altLang="ko-KR" sz="1600" b="1" dirty="0">
                <a:solidFill>
                  <a:srgbClr val="E057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YYYY.MM.DD</a:t>
            </a:r>
            <a:endParaRPr lang="ko-KR" altLang="en-US" dirty="0"/>
          </a:p>
        </p:txBody>
      </p:sp>
      <p:sp>
        <p:nvSpPr>
          <p:cNvPr id="19" name="그림 개체 틀 12"/>
          <p:cNvSpPr>
            <a:spLocks noGrp="1"/>
          </p:cNvSpPr>
          <p:nvPr>
            <p:ph type="pic" sz="quarter" idx="12" hasCustomPrompt="1"/>
          </p:nvPr>
        </p:nvSpPr>
        <p:spPr>
          <a:xfrm>
            <a:off x="3002756" y="3426516"/>
            <a:ext cx="5993475" cy="2704409"/>
          </a:xfrm>
          <a:prstGeom prst="rect">
            <a:avLst/>
          </a:prstGeom>
          <a:ln w="38100"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 dirty="0"/>
              <a:t>이미지파일 삽입</a:t>
            </a: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39" y="731022"/>
            <a:ext cx="2744846" cy="433461"/>
          </a:xfrm>
          <a:prstGeom prst="rect">
            <a:avLst/>
          </a:prstGeom>
        </p:spPr>
      </p:pic>
      <p:cxnSp>
        <p:nvCxnSpPr>
          <p:cNvPr id="13" name="직선 연결선 12"/>
          <p:cNvCxnSpPr/>
          <p:nvPr userDrawn="1"/>
        </p:nvCxnSpPr>
        <p:spPr>
          <a:xfrm>
            <a:off x="923206" y="3059278"/>
            <a:ext cx="822900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 rot="5400000">
            <a:off x="7264338" y="4949278"/>
            <a:ext cx="378000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 userDrawn="1"/>
        </p:nvSpPr>
        <p:spPr>
          <a:xfrm>
            <a:off x="7461379" y="170317"/>
            <a:ext cx="1690827" cy="4905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Confidential</a:t>
            </a:r>
            <a:endParaRPr kumimoji="1" lang="ko-KR" altLang="en-US" sz="16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29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상자 8"/>
          <p:cNvSpPr txBox="1">
            <a:spLocks noChangeArrowheads="1"/>
          </p:cNvSpPr>
          <p:nvPr/>
        </p:nvSpPr>
        <p:spPr bwMode="auto">
          <a:xfrm>
            <a:off x="846138" y="2515333"/>
            <a:ext cx="8314683" cy="50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85BE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Table of Contents</a:t>
            </a:r>
            <a:endParaRPr kumimoji="1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85BE00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텍스트 개체 틀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93303" y="3317142"/>
            <a:ext cx="7860130" cy="3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buNone/>
              <a:defRPr lang="ko-KR" altLang="en-US" sz="1800" kern="1200" baseline="0" dirty="0" smtClean="0">
                <a:solidFill>
                  <a:srgbClr val="85BE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514350" lvl="0" indent="-514350" eaLnBrk="1" hangingPunct="1">
              <a:lnSpc>
                <a:spcPts val="2400"/>
              </a:lnSpc>
              <a:spcBef>
                <a:spcPct val="0"/>
              </a:spcBef>
            </a:pPr>
            <a:r>
              <a:rPr lang="en-US" altLang="ko-KR" dirty="0"/>
              <a:t>1. </a:t>
            </a:r>
            <a:r>
              <a:rPr lang="ko-KR" altLang="en-US" dirty="0"/>
              <a:t>목차입력 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, 18)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923206" y="3059278"/>
            <a:ext cx="8229000" cy="0"/>
          </a:xfrm>
          <a:prstGeom prst="line">
            <a:avLst/>
          </a:prstGeom>
          <a:ln w="12700">
            <a:solidFill>
              <a:srgbClr val="85B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 rot="5400000">
            <a:off x="7264338" y="4949278"/>
            <a:ext cx="3780000" cy="0"/>
          </a:xfrm>
          <a:prstGeom prst="line">
            <a:avLst/>
          </a:prstGeom>
          <a:ln w="12700">
            <a:solidFill>
              <a:srgbClr val="85B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190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pline 1 (Mai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846138" y="2475648"/>
            <a:ext cx="7240215" cy="50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0" indent="0">
              <a:buNone/>
              <a:defRPr lang="ko-KR" altLang="en-US" sz="30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lnSpc>
                <a:spcPts val="3200"/>
              </a:lnSpc>
              <a:spcBef>
                <a:spcPct val="0"/>
              </a:spcBef>
            </a:pPr>
            <a:r>
              <a:rPr lang="en-US" altLang="ko-KR" dirty="0"/>
              <a:t>1. </a:t>
            </a:r>
            <a:r>
              <a:rPr lang="ko-KR" altLang="en-US"/>
              <a:t>소제목 입력</a:t>
            </a:r>
            <a:r>
              <a:rPr lang="en-US" altLang="ko-KR" dirty="0"/>
              <a:t>(</a:t>
            </a:r>
            <a:r>
              <a:rPr lang="ko-KR" altLang="en-US"/>
              <a:t>맑은 고딕</a:t>
            </a:r>
            <a:r>
              <a:rPr lang="en-US" altLang="ko-KR" dirty="0"/>
              <a:t>, 30, </a:t>
            </a:r>
            <a:r>
              <a:rPr lang="ko-KR" altLang="en-US"/>
              <a:t>굵게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8428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plin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846138" y="2475648"/>
            <a:ext cx="7240215" cy="50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0" indent="0">
              <a:buNone/>
              <a:defRPr lang="ko-KR" altLang="en-US" sz="3000" b="1" kern="1200" dirty="0" smtClean="0">
                <a:solidFill>
                  <a:srgbClr val="E65C1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lnSpc>
                <a:spcPts val="3200"/>
              </a:lnSpc>
              <a:spcBef>
                <a:spcPct val="0"/>
              </a:spcBef>
            </a:pPr>
            <a:r>
              <a:rPr lang="en-US" altLang="ko-KR" dirty="0"/>
              <a:t>1. </a:t>
            </a:r>
            <a:r>
              <a:rPr lang="ko-KR" altLang="en-US"/>
              <a:t>소제목 입력</a:t>
            </a:r>
            <a:r>
              <a:rPr lang="en-US" altLang="ko-KR" dirty="0"/>
              <a:t>(</a:t>
            </a:r>
            <a:r>
              <a:rPr lang="ko-KR" altLang="en-US"/>
              <a:t>맑은 고딕</a:t>
            </a:r>
            <a:r>
              <a:rPr lang="en-US" altLang="ko-KR" dirty="0"/>
              <a:t>, 30, </a:t>
            </a:r>
            <a:r>
              <a:rPr lang="ko-KR" altLang="en-US"/>
              <a:t>굵게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923206" y="3059278"/>
            <a:ext cx="8229000" cy="0"/>
          </a:xfrm>
          <a:prstGeom prst="line">
            <a:avLst/>
          </a:prstGeom>
          <a:ln w="12700">
            <a:solidFill>
              <a:srgbClr val="E65C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 rot="5400000">
            <a:off x="7264338" y="4949278"/>
            <a:ext cx="3780000" cy="0"/>
          </a:xfrm>
          <a:prstGeom prst="line">
            <a:avLst/>
          </a:prstGeom>
          <a:ln w="12700">
            <a:solidFill>
              <a:srgbClr val="E65C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50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477" y="490658"/>
            <a:ext cx="1447156" cy="228533"/>
          </a:xfrm>
          <a:prstGeom prst="rect">
            <a:avLst/>
          </a:prstGeom>
        </p:spPr>
      </p:pic>
      <p:sp>
        <p:nvSpPr>
          <p:cNvPr id="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127400" y="343313"/>
            <a:ext cx="6891312" cy="450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buNone/>
              <a:defRPr lang="ko-KR" altLang="en-US" sz="1600" b="1" kern="1200" dirty="0" smtClean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lnSpc>
                <a:spcPts val="3200"/>
              </a:lnSpc>
              <a:spcBef>
                <a:spcPct val="0"/>
              </a:spcBef>
            </a:pPr>
            <a:r>
              <a:rPr lang="en-US" altLang="ko-KR" dirty="0"/>
              <a:t>1. </a:t>
            </a:r>
            <a:r>
              <a:rPr lang="ko-KR" altLang="en-US" dirty="0"/>
              <a:t>소제목 입력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, 20,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128464" y="826528"/>
            <a:ext cx="957600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 rot="5400000">
            <a:off x="6789528" y="3742528"/>
            <a:ext cx="583200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7400" y="846016"/>
            <a:ext cx="8543925" cy="356390"/>
          </a:xfrm>
          <a:prstGeom prst="rect">
            <a:avLst/>
          </a:prstGeom>
        </p:spPr>
        <p:txBody>
          <a:bodyPr/>
          <a:lstStyle>
            <a:lvl1pPr algn="l">
              <a:defRPr sz="15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19648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연구 개발 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r="9589" b="-140936"/>
          <a:stretch/>
        </p:blipFill>
        <p:spPr>
          <a:xfrm>
            <a:off x="-1" y="474077"/>
            <a:ext cx="9906001" cy="352389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 hasCustomPrompt="1"/>
          </p:nvPr>
        </p:nvSpPr>
        <p:spPr>
          <a:xfrm>
            <a:off x="160968" y="193326"/>
            <a:ext cx="9095576" cy="403242"/>
          </a:xfrm>
          <a:prstGeom prst="rect">
            <a:avLst/>
          </a:prstGeom>
        </p:spPr>
        <p:txBody>
          <a:bodyPr/>
          <a:lstStyle>
            <a:lvl1pPr marL="0" indent="0" algn="l">
              <a:buFont typeface="+mj-lt"/>
              <a:buNone/>
              <a:defRPr sz="163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1. </a:t>
            </a:r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, 24pt,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슬라이드 번호 개체 틀 21"/>
          <p:cNvSpPr>
            <a:spLocks noGrp="1"/>
          </p:cNvSpPr>
          <p:nvPr>
            <p:ph type="sldNum" sz="quarter" idx="4"/>
          </p:nvPr>
        </p:nvSpPr>
        <p:spPr>
          <a:xfrm>
            <a:off x="9007797" y="6405522"/>
            <a:ext cx="782477" cy="364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b="1" dirty="0"/>
              <a:t>Page.</a:t>
            </a:r>
            <a:r>
              <a:rPr lang="en-US" altLang="ko-KR" dirty="0"/>
              <a:t> </a:t>
            </a:r>
            <a:fld id="{2CC805BE-51F7-4343-8079-97A56A0D0A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텍스트 개체 틀 4"/>
          <p:cNvSpPr>
            <a:spLocks noGrp="1"/>
          </p:cNvSpPr>
          <p:nvPr>
            <p:ph type="body" sz="quarter" idx="10" hasCustomPrompt="1"/>
          </p:nvPr>
        </p:nvSpPr>
        <p:spPr>
          <a:xfrm>
            <a:off x="757267" y="815423"/>
            <a:ext cx="8499275" cy="219527"/>
          </a:xfrm>
          <a:prstGeom prst="rect">
            <a:avLst/>
          </a:prstGeom>
        </p:spPr>
        <p:txBody>
          <a:bodyPr anchor="ctr"/>
          <a:lstStyle>
            <a:lvl1pPr marL="0" indent="0" algn="l">
              <a:buFont typeface="Wingdings" panose="05000000000000000000" pitchFamily="2" charset="2"/>
              <a:buNone/>
              <a:defRPr sz="1452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부 제목을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694" y="220497"/>
            <a:ext cx="1007337" cy="169526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77" y="6380320"/>
            <a:ext cx="1098764" cy="258824"/>
          </a:xfrm>
          <a:prstGeom prst="rect">
            <a:avLst/>
          </a:prstGeom>
        </p:spPr>
      </p:pic>
      <p:sp>
        <p:nvSpPr>
          <p:cNvPr id="2" name="갈매기형 수장 1"/>
          <p:cNvSpPr/>
          <p:nvPr userDrawn="1"/>
        </p:nvSpPr>
        <p:spPr>
          <a:xfrm>
            <a:off x="627100" y="815424"/>
            <a:ext cx="119666" cy="219525"/>
          </a:xfrm>
          <a:prstGeom prst="chevron">
            <a:avLst/>
          </a:prstGeom>
          <a:solidFill>
            <a:srgbClr val="4D8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갈매기형 수장 9"/>
          <p:cNvSpPr/>
          <p:nvPr userDrawn="1"/>
        </p:nvSpPr>
        <p:spPr>
          <a:xfrm>
            <a:off x="496932" y="815424"/>
            <a:ext cx="119666" cy="219525"/>
          </a:xfrm>
          <a:prstGeom prst="chevron">
            <a:avLst/>
          </a:prstGeom>
          <a:solidFill>
            <a:srgbClr val="5F9E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812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477" y="490658"/>
            <a:ext cx="1447156" cy="228533"/>
          </a:xfrm>
          <a:prstGeom prst="rect">
            <a:avLst/>
          </a:prstGeom>
        </p:spPr>
      </p:pic>
      <p:sp>
        <p:nvSpPr>
          <p:cNvPr id="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128464" y="343313"/>
            <a:ext cx="6891312" cy="450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buNone/>
              <a:defRPr lang="ko-KR" altLang="en-US" sz="1600" b="1" kern="1200" dirty="0" smtClean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lnSpc>
                <a:spcPts val="3200"/>
              </a:lnSpc>
              <a:spcBef>
                <a:spcPct val="0"/>
              </a:spcBef>
            </a:pPr>
            <a:r>
              <a:rPr lang="en-US" altLang="ko-KR" dirty="0"/>
              <a:t>1. </a:t>
            </a:r>
            <a:r>
              <a:rPr lang="ko-KR" altLang="en-US" dirty="0"/>
              <a:t>소제목 입력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, 20,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8" name="직선 연결선 7"/>
          <p:cNvCxnSpPr>
            <a:cxnSpLocks/>
          </p:cNvCxnSpPr>
          <p:nvPr userDrawn="1"/>
        </p:nvCxnSpPr>
        <p:spPr>
          <a:xfrm>
            <a:off x="128464" y="826528"/>
            <a:ext cx="957600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 rot="5400000">
            <a:off x="6789528" y="3742528"/>
            <a:ext cx="583200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846016"/>
            <a:ext cx="8543925" cy="356390"/>
          </a:xfrm>
          <a:prstGeom prst="rect">
            <a:avLst/>
          </a:prstGeom>
        </p:spPr>
        <p:txBody>
          <a:bodyPr/>
          <a:lstStyle>
            <a:lvl1pPr algn="l">
              <a:defRPr sz="15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40206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7450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신성이엔지 Template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53851</TotalTime>
  <Words>0</Words>
  <Application>Microsoft Office PowerPoint</Application>
  <PresentationFormat>A4 용지(210x297mm)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5" baseType="lpstr">
      <vt:lpstr>굴림</vt:lpstr>
      <vt:lpstr>맑은 고딕</vt:lpstr>
      <vt:lpstr>Arial</vt:lpstr>
      <vt:lpstr>Wingdings</vt:lpstr>
      <vt:lpstr>1_기본 디자인</vt:lpstr>
    </vt:vector>
  </TitlesOfParts>
  <Company>works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통합경영위원회</dc:title>
  <dc:creator>김신우</dc:creator>
  <cp:keywords>통합실적;경영위원회</cp:keywords>
  <cp:lastModifiedBy>후찬 이</cp:lastModifiedBy>
  <cp:revision>4702</cp:revision>
  <cp:lastPrinted>2026-02-06T06:44:52Z</cp:lastPrinted>
  <dcterms:created xsi:type="dcterms:W3CDTF">2006-07-27T06:20:04Z</dcterms:created>
  <dcterms:modified xsi:type="dcterms:W3CDTF">2026-03-03T14:23:18Z</dcterms:modified>
</cp:coreProperties>
</file>